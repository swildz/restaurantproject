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err="1"/>
              <a:t>Dockerized</a:t>
            </a:r>
            <a:r>
              <a:rPr dirty="0"/>
              <a:t> Application with Monitoring Stack</a:t>
            </a:r>
          </a:p>
          <a:p>
            <a:endParaRPr dirty="0"/>
          </a:p>
          <a:p>
            <a:pPr marL="0" indent="0" algn="ctr">
              <a:buNone/>
            </a:pPr>
            <a:r>
              <a:rPr dirty="0"/>
              <a:t>Ahmad Siddiq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Setup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Fork </a:t>
            </a:r>
            <a:r>
              <a:rPr lang="en-US" dirty="0" err="1"/>
              <a:t>Reporitory</a:t>
            </a:r>
            <a:r>
              <a:rPr lang="en-US" dirty="0"/>
              <a:t> first</a:t>
            </a:r>
          </a:p>
          <a:p>
            <a:r>
              <a:rPr dirty="0"/>
              <a:t>Clone repository</a:t>
            </a:r>
            <a:endParaRPr lang="en-US" dirty="0"/>
          </a:p>
          <a:p>
            <a:pPr marL="0" indent="0">
              <a:buNone/>
            </a:pPr>
            <a:r>
              <a:rPr lang="en-ID" dirty="0"/>
              <a:t>https://github.com/Swildz/RestaurantProject.git</a:t>
            </a:r>
            <a:endParaRPr dirty="0"/>
          </a:p>
          <a:p>
            <a:r>
              <a:rPr dirty="0"/>
              <a:t>Install Docker &amp; Docker Compose</a:t>
            </a:r>
          </a:p>
          <a:p>
            <a:r>
              <a:rPr dirty="0"/>
              <a:t>Configure environment variables</a:t>
            </a:r>
          </a:p>
          <a:p>
            <a:r>
              <a:rPr dirty="0"/>
              <a:t>Run docker-compose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docker compose up -d --build 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dirty="0"/>
              <a:t>GitHub Repository</a:t>
            </a:r>
          </a:p>
          <a:p>
            <a:pPr marL="0" indent="0" algn="ctr">
              <a:buNone/>
            </a:pPr>
            <a:r>
              <a:rPr dirty="0"/>
              <a:t>↓</a:t>
            </a:r>
          </a:p>
          <a:p>
            <a:pPr marL="0" indent="0" algn="ctr">
              <a:buNone/>
            </a:pPr>
            <a:r>
              <a:rPr dirty="0"/>
              <a:t>Docker Build</a:t>
            </a:r>
          </a:p>
          <a:p>
            <a:pPr marL="0" indent="0" algn="ctr">
              <a:buNone/>
            </a:pPr>
            <a:r>
              <a:rPr dirty="0"/>
              <a:t>↓</a:t>
            </a:r>
          </a:p>
          <a:p>
            <a:pPr marL="0" indent="0" algn="ctr">
              <a:buNone/>
            </a:pPr>
            <a:r>
              <a:rPr dirty="0"/>
              <a:t>Docker Compose</a:t>
            </a:r>
          </a:p>
          <a:p>
            <a:pPr marL="0" indent="0" algn="ctr">
              <a:buNone/>
            </a:pPr>
            <a:r>
              <a:rPr dirty="0"/>
              <a:t>↓</a:t>
            </a:r>
          </a:p>
          <a:p>
            <a:pPr marL="0" indent="0" algn="ctr">
              <a:buNone/>
            </a:pPr>
            <a:r>
              <a:rPr dirty="0"/>
              <a:t>Running 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err="1"/>
              <a:t>Dockerfile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lang="en-ID" dirty="0"/>
              <a:t>- </a:t>
            </a:r>
            <a:r>
              <a:rPr dirty="0"/>
              <a:t>Base image</a:t>
            </a:r>
          </a:p>
          <a:p>
            <a:pPr marL="0" indent="0">
              <a:buNone/>
            </a:pPr>
            <a:r>
              <a:rPr lang="en-ID" dirty="0"/>
              <a:t>-</a:t>
            </a:r>
            <a:r>
              <a:rPr dirty="0"/>
              <a:t> Install dependencies</a:t>
            </a:r>
          </a:p>
          <a:p>
            <a:pPr marL="0" indent="0">
              <a:buNone/>
            </a:pPr>
            <a:r>
              <a:rPr dirty="0"/>
              <a:t>- Copy source</a:t>
            </a:r>
          </a:p>
          <a:p>
            <a:pPr marL="0" indent="0">
              <a:buNone/>
            </a:pPr>
            <a:r>
              <a:rPr dirty="0"/>
              <a:t>- Expose 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Compose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Application</a:t>
            </a:r>
          </a:p>
          <a:p>
            <a:pPr marL="0" indent="0">
              <a:buNone/>
            </a:pPr>
            <a:r>
              <a:rPr dirty="0"/>
              <a:t>- Database</a:t>
            </a:r>
          </a:p>
          <a:p>
            <a:pPr marL="0" indent="0">
              <a:buNone/>
            </a:pPr>
            <a:r>
              <a:rPr dirty="0"/>
              <a:t>- Grafana</a:t>
            </a:r>
          </a:p>
          <a:p>
            <a:pPr marL="0" indent="0">
              <a:buNone/>
            </a:pPr>
            <a:r>
              <a:rPr dirty="0"/>
              <a:t>- Loki</a:t>
            </a:r>
          </a:p>
          <a:p>
            <a:pPr marL="0" indent="0">
              <a:buNone/>
            </a:pPr>
            <a:r>
              <a:rPr dirty="0"/>
              <a:t>- </a:t>
            </a:r>
            <a:r>
              <a:rPr dirty="0" err="1"/>
              <a:t>Promtail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Database credentials</a:t>
            </a:r>
          </a:p>
          <a:p>
            <a:pPr marL="0" indent="0">
              <a:buNone/>
            </a:pPr>
            <a:r>
              <a:rPr dirty="0"/>
              <a:t>- Application port</a:t>
            </a:r>
          </a:p>
          <a:p>
            <a:pPr marL="0" indent="0">
              <a:buNone/>
            </a:pPr>
            <a:r>
              <a:rPr dirty="0"/>
              <a:t>- Grafana credentials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Grafana for visualization</a:t>
            </a:r>
          </a:p>
          <a:p>
            <a:r>
              <a:rPr dirty="0"/>
              <a:t>Loki for log storage</a:t>
            </a:r>
          </a:p>
          <a:p>
            <a:r>
              <a:rPr dirty="0" err="1"/>
              <a:t>Promtail</a:t>
            </a:r>
            <a:r>
              <a:rPr dirty="0"/>
              <a:t> for log collection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Logging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Application → Promtail → Loki → Grafana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Issues Encountered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/>
              <a:t>- Database access denied</a:t>
            </a:r>
          </a:p>
          <a:p>
            <a:pPr marL="0" indent="0">
              <a:buNone/>
            </a:pPr>
            <a:r>
              <a:rPr dirty="0"/>
              <a:t>- Service startup order</a:t>
            </a:r>
          </a:p>
          <a:p>
            <a:pPr marL="0" indent="0">
              <a:buNone/>
            </a:pPr>
            <a:r>
              <a:rPr dirty="0"/>
              <a:t>- Logs not appearing</a:t>
            </a:r>
          </a:p>
          <a:p>
            <a:pPr marL="0" indent="0">
              <a:buNone/>
            </a:pPr>
            <a:r>
              <a:rPr dirty="0"/>
              <a:t>- Port conflicts</a:t>
            </a:r>
            <a:endParaRPr lang="en-US" dirty="0"/>
          </a:p>
          <a:p>
            <a:pPr>
              <a:buFontTx/>
              <a:buChar char="-"/>
            </a:pPr>
            <a:r>
              <a:rPr lang="en-US" dirty="0"/>
              <a:t>Change name tables kitchen to Kitchen and </a:t>
            </a:r>
            <a:r>
              <a:rPr lang="en-US" dirty="0" err="1"/>
              <a:t>bill_Items</a:t>
            </a:r>
            <a:r>
              <a:rPr lang="en-US" dirty="0"/>
              <a:t> to </a:t>
            </a:r>
            <a:r>
              <a:rPr lang="en-US" dirty="0" err="1"/>
              <a:t>Bill_Items</a:t>
            </a:r>
            <a:r>
              <a:rPr lang="en-US" dirty="0"/>
              <a:t> at code</a:t>
            </a:r>
          </a:p>
          <a:p>
            <a:pPr>
              <a:buFontTx/>
              <a:buChar char="-"/>
            </a:pPr>
            <a:r>
              <a:rPr lang="en-US" dirty="0"/>
              <a:t>And some code error with </a:t>
            </a:r>
            <a:r>
              <a:rPr lang="en-ID" dirty="0" err="1"/>
              <a:t>session_start</a:t>
            </a:r>
            <a:r>
              <a:rPr lang="en-ID" dirty="0"/>
              <a:t>() because it code put bellow some code and to solve it must be to of code below &lt;?</a:t>
            </a:r>
            <a:r>
              <a:rPr lang="en-ID" dirty="0" err="1"/>
              <a:t>php</a:t>
            </a:r>
            <a:endParaRPr lang="en-ID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Fixed DB permissions</a:t>
            </a:r>
          </a:p>
          <a:p>
            <a:pPr marL="0" indent="0">
              <a:buNone/>
            </a:pPr>
            <a:r>
              <a:rPr dirty="0"/>
              <a:t>- Added </a:t>
            </a:r>
            <a:r>
              <a:rPr dirty="0" err="1"/>
              <a:t>depends_on</a:t>
            </a:r>
            <a:endParaRPr dirty="0"/>
          </a:p>
          <a:p>
            <a:pPr marL="0" indent="0">
              <a:buNone/>
            </a:pPr>
            <a:r>
              <a:rPr dirty="0"/>
              <a:t>- Corrected </a:t>
            </a:r>
            <a:r>
              <a:rPr dirty="0" err="1"/>
              <a:t>Promtail</a:t>
            </a:r>
            <a:r>
              <a:rPr dirty="0"/>
              <a:t> config</a:t>
            </a:r>
          </a:p>
          <a:p>
            <a:pPr marL="0" indent="0">
              <a:buNone/>
            </a:pPr>
            <a:r>
              <a:rPr dirty="0"/>
              <a:t>- Changed exposed ports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Deployment successful</a:t>
            </a:r>
          </a:p>
          <a:p>
            <a:r>
              <a:rPr dirty="0"/>
              <a:t>Centralized logging implemented</a:t>
            </a:r>
          </a:p>
          <a:p>
            <a:r>
              <a:rPr dirty="0"/>
              <a:t>Scalable and production-ready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207</Words>
  <Application>Microsoft Office PowerPoint</Application>
  <PresentationFormat>On-screen Show (4:3)</PresentationFormat>
  <Paragraphs>58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Deployment Report</vt:lpstr>
      <vt:lpstr>Setup Steps</vt:lpstr>
      <vt:lpstr>Deployment Flow</vt:lpstr>
      <vt:lpstr>Docker Configuration</vt:lpstr>
      <vt:lpstr>Docker Compose Services</vt:lpstr>
      <vt:lpstr>Environment Variables</vt:lpstr>
      <vt:lpstr>Monitoring Stack</vt:lpstr>
      <vt:lpstr>Logging Flow</vt:lpstr>
      <vt:lpstr>Issues Encountered</vt:lpstr>
      <vt:lpstr>Resolutions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Ahmad Siddiq</dc:creator>
  <cp:keywords/>
  <dc:description>generated using python-pptx</dc:description>
  <cp:lastModifiedBy>Ahmad Siddiq</cp:lastModifiedBy>
  <cp:revision>10</cp:revision>
  <dcterms:created xsi:type="dcterms:W3CDTF">2013-01-27T09:14:16Z</dcterms:created>
  <dcterms:modified xsi:type="dcterms:W3CDTF">2025-12-26T07:39:44Z</dcterms:modified>
  <cp:category/>
</cp:coreProperties>
</file>